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118" d="100"/>
          <a:sy n="118" d="100"/>
        </p:scale>
        <p:origin x="470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<Relationship Id="rId3"
    Type="http://schemas.openxmlformats.org/officeDocument/2006/relationships/presProps"
    Target="presProps.xml" />
<Relationship Id="rId4"
    Type="http://schemas.openxmlformats.org/officeDocument/2006/relationships/viewProps"
    Target="viewProps.xml" />
<Relationship Id="rId5"
    Type="http://schemas.openxmlformats.org/officeDocument/2006/relationships/theme"
    Target="theme/theme1.xml" />
<Relationship Id="rId6"
    Type="http://schemas.openxmlformats.org/officeDocument/2006/relationships/tableStyles"
    Target="tableStyles.xml" />
<Relationship Id="rId1"
    Type="http://schemas.openxmlformats.org/officeDocument/2006/relationships/slideMaster"
    Target="slideMasters/slideMaster1.xml" />
    
    <Relationship Id="slide1" Type="http://schemas.openxmlformats.org/officeDocument/2006/relationships/slide" Target="slides/slide1.xml" />
    
    <Relationship Id="slide2" Type="http://schemas.openxmlformats.org/officeDocument/2006/relationships/slide" Target="slides/slide2.xml" />
    
    <Relationship Id="slide3" Type="http://schemas.openxmlformats.org/officeDocument/2006/relationships/slide" Target="slides/slide3.xml" />
    
    <Relationship Id="slide4" Type="http://schemas.openxmlformats.org/officeDocument/2006/relationships/slide" Target="slides/slide4.xml" />
    
    <Relationship Id="slide5" Type="http://schemas.openxmlformats.org/officeDocument/2006/relationships/slide" Target="slides/slide5.xml" />
    
    <Relationship Id="slide6" Type="http://schemas.openxmlformats.org/officeDocument/2006/relationships/slide" Target="slides/slide6.xml" />
    
    <Relationship Id="slide7" Type="http://schemas.openxmlformats.org/officeDocument/2006/relationships/slide" Target="slides/slide7.xml" />
    
    <Relationship Id="slide8" Type="http://schemas.openxmlformats.org/officeDocument/2006/relationships/slide" Target="slides/slide8.xml" />
    
    <Relationship Id="slide9" Type="http://schemas.openxmlformats.org/officeDocument/2006/relationships/slide" Target="slides/slide9.xml" />
    
    <Relationship Id="slide10" Type="http://schemas.openxmlformats.org/officeDocument/2006/relationships/slide" Target="slides/slide10.xml" />
    
    <Relationship Id="slide11" Type="http://schemas.openxmlformats.org/officeDocument/2006/relationships/slide" Target="slides/slide11.xml" />
    
    <Relationship Id="slide12" Type="http://schemas.openxmlformats.org/officeDocument/2006/relationships/slide" Target="slides/slide12.xml" />
    
    <Relationship Id="slide13" Type="http://schemas.openxmlformats.org/officeDocument/2006/relationships/slide" Target="slides/slide13.xml" />
  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1Image"
        Type="http://schemas.openxmlformats.org/officeDocument/2006/relationships/image"
        Target="../media/slide1Image.png" />
    
    
    <Relationship Id="navLink0" Type="http://schemas.openxmlformats.org/officeDocument/2006/relationships/slide" Target="slide1.xml" />
    
    
</Relationships>

</file>

<file path=ppt/slides/_rels/slide2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2Image"
        Type="http://schemas.openxmlformats.org/officeDocument/2006/relationships/image"
        Target="../media/slide2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2.xml" />
    
    
</Relationships>

</file>

<file path=ppt/slides/_rels/slide3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3Image"
        Type="http://schemas.openxmlformats.org/officeDocument/2006/relationships/image"
        Target="../media/slide3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3.xml" />
    
    
</Relationships>

</file>

<file path=ppt/slides/_rels/slide4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4Image"
        Type="http://schemas.openxmlformats.org/officeDocument/2006/relationships/image"
        Target="../media/slide4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4.xml" />
    
    
</Relationships>

</file>

<file path=ppt/slides/_rels/slide5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5Image"
        Type="http://schemas.openxmlformats.org/officeDocument/2006/relationships/image"
        Target="../media/slide5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5.xml" />
    
    
</Relationships>

</file>

<file path=ppt/slides/_rels/slide6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6Image"
        Type="http://schemas.openxmlformats.org/officeDocument/2006/relationships/image"
        Target="../media/slide6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6.xml" />
    
    
</Relationships>

</file>

<file path=ppt/slides/_rels/slide7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7Image"
        Type="http://schemas.openxmlformats.org/officeDocument/2006/relationships/image"
        Target="../media/slide7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7.xml" />
    
    
</Relationships>

</file>

<file path=ppt/slides/_rels/slide8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8Image"
        Type="http://schemas.openxmlformats.org/officeDocument/2006/relationships/image"
        Target="../media/slide8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8.xml" />
    
    
</Relationships>

</file>

<file path=ppt/slides/_rels/slide9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9Image"
        Type="http://schemas.openxmlformats.org/officeDocument/2006/relationships/image"
        Target="../media/slide9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9.xml" />
    
    
</Relationships>

</file>

<file path=ppt/slides/_rels/slide10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10Image"
        Type="http://schemas.openxmlformats.org/officeDocument/2006/relationships/image"
        Target="../media/slide10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10.xml" />
    
    
</Relationships>

</file>

<file path=ppt/slides/_rels/slide11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11Image"
        Type="http://schemas.openxmlformats.org/officeDocument/2006/relationships/image"
        Target="../media/slide11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11.xml" />
    
    
</Relationships>

</file>

<file path=ppt/slides/_rels/slide12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12Image"
        Type="http://schemas.openxmlformats.org/officeDocument/2006/relationships/image"
        Target="../media/slide12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12.xml" />
    
    
</Relationships>

</file>

<file path=ppt/slides/_rels/slide13.xml.rels><?xml version="1.0" encoding="UTF-8" standalone="yes"?>
<Relationships xmlns="http://schemas.openxmlformats.org/package/2006/relationships">
    <Relationship Id="rId1"
        Type="http://schemas.openxmlformats.org/officeDocument/2006/relationships/slideLayout"
        Target="../slideLayouts/slideLayout7.xml" />
    <Relationship Id="slide13Image"
        Type="http://schemas.openxmlformats.org/officeDocument/2006/relationships/image"
        Target="../media/slide13Image.png" />
    
    
    <Relationship Id="navLink0" Type="http://schemas.openxmlformats.org/officeDocument/2006/relationships/slide" Target="slide1.xml" />
    
    
    
    <Relationship Id="navLink1" Type="http://schemas.openxmlformats.org/officeDocument/2006/relationships/slide" Target="slide13.xml" />
    
    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" descr="root"/>
          <p:cNvPicPr>
            <a:picLocks noChangeAspect="1"/>
          </p:cNvPicPr>
          <p:nvPr/>
        </p:nvPicPr>
        <p:blipFill>
          <a:blip r:embed="slide1Image"/>
          <a:stretch>
            <a:fillRect/>
          </a:stretch>
        </p:blipFill>
        <p:spPr>
          <a:xfrm>
            <a:off x="1017784" y="0"/>
            <a:ext cx="7108432" cy="5143500"/>
          </a:xfrm>
          <a:prstGeom prst="rect">
            <a:avLst/>
          </a:prstGeom>
        </p:spPr>
      </p:pic>
      <p:sp>
        <p:nvSpPr>
          <p:cNvPr id="95" name="root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1" descr="root.layers.1"/>
          <p:cNvPicPr>
            <a:picLocks noChangeAspect="1"/>
          </p:cNvPicPr>
          <p:nvPr/>
        </p:nvPicPr>
        <p:blipFill>
          <a:blip r:embed="slide2Image"/>
          <a:stretch>
            <a:fillRect/>
          </a:stretch>
        </p:blipFill>
        <p:spPr>
          <a:xfrm>
            <a:off x="1072467" y="0"/>
            <a:ext cx="6999066" cy="5143500"/>
          </a:xfrm>
          <a:prstGeom prst="rect">
            <a:avLst/>
          </a:prstGeom>
        </p:spPr>
      </p:pic>
      <p:sp>
        <p:nvSpPr>
          <p:cNvPr id="95" name="root.layers.1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2" descr="root.layers.2"/>
          <p:cNvPicPr>
            <a:picLocks noChangeAspect="1"/>
          </p:cNvPicPr>
          <p:nvPr/>
        </p:nvPicPr>
        <p:blipFill>
          <a:blip r:embed="slide3Image"/>
          <a:stretch>
            <a:fillRect/>
          </a:stretch>
        </p:blipFill>
        <p:spPr>
          <a:xfrm>
            <a:off x="348863" y="92849"/>
            <a:ext cx="8446273" cy="4957801"/>
          </a:xfrm>
          <a:prstGeom prst="rect">
            <a:avLst/>
          </a:prstGeom>
        </p:spPr>
      </p:pic>
      <p:sp>
        <p:nvSpPr>
          <p:cNvPr id="95" name="root.layers.2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3" descr="root.layers.3"/>
          <p:cNvPicPr>
            <a:picLocks noChangeAspect="1"/>
          </p:cNvPicPr>
          <p:nvPr/>
        </p:nvPicPr>
        <p:blipFill>
          <a:blip r:embed="slide4Image"/>
          <a:stretch>
            <a:fillRect/>
          </a:stretch>
        </p:blipFill>
        <p:spPr>
          <a:xfrm>
            <a:off x="982944" y="0"/>
            <a:ext cx="7178112" cy="5143500"/>
          </a:xfrm>
          <a:prstGeom prst="rect">
            <a:avLst/>
          </a:prstGeom>
        </p:spPr>
      </p:pic>
      <p:sp>
        <p:nvSpPr>
          <p:cNvPr id="95" name="root.layers.3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4" descr="root.layers.4"/>
          <p:cNvPicPr>
            <a:picLocks noChangeAspect="1"/>
          </p:cNvPicPr>
          <p:nvPr/>
        </p:nvPicPr>
        <p:blipFill>
          <a:blip r:embed="slide5Image"/>
          <a:stretch>
            <a:fillRect/>
          </a:stretch>
        </p:blipFill>
        <p:spPr>
          <a:xfrm>
            <a:off x="0" y="75449"/>
            <a:ext cx="9144000" cy="4992602"/>
          </a:xfrm>
          <a:prstGeom prst="rect">
            <a:avLst/>
          </a:prstGeom>
        </p:spPr>
      </p:pic>
      <p:sp>
        <p:nvSpPr>
          <p:cNvPr id="95" name="root.layers.4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5" descr="root.layers.5"/>
          <p:cNvPicPr>
            <a:picLocks noChangeAspect="1"/>
          </p:cNvPicPr>
          <p:nvPr/>
        </p:nvPicPr>
        <p:blipFill>
          <a:blip r:embed="slide6Image"/>
          <a:stretch>
            <a:fillRect/>
          </a:stretch>
        </p:blipFill>
        <p:spPr>
          <a:xfrm>
            <a:off x="364422" y="0"/>
            <a:ext cx="8415156" cy="5143500"/>
          </a:xfrm>
          <a:prstGeom prst="rect">
            <a:avLst/>
          </a:prstGeom>
        </p:spPr>
      </p:pic>
      <p:sp>
        <p:nvSpPr>
          <p:cNvPr id="95" name="root.layers.5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6" descr="root.layers.6"/>
          <p:cNvPicPr>
            <a:picLocks noChangeAspect="1"/>
          </p:cNvPicPr>
          <p:nvPr/>
        </p:nvPicPr>
        <p:blipFill>
          <a:blip r:embed="slide7Image"/>
          <a:stretch>
            <a:fillRect/>
          </a:stretch>
        </p:blipFill>
        <p:spPr>
          <a:xfrm>
            <a:off x="792919" y="0"/>
            <a:ext cx="7558162" cy="5143500"/>
          </a:xfrm>
          <a:prstGeom prst="rect">
            <a:avLst/>
          </a:prstGeom>
        </p:spPr>
      </p:pic>
      <p:sp>
        <p:nvSpPr>
          <p:cNvPr id="95" name="root.layers.6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7" descr="root.layers.7"/>
          <p:cNvPicPr>
            <a:picLocks noChangeAspect="1"/>
          </p:cNvPicPr>
          <p:nvPr/>
        </p:nvPicPr>
        <p:blipFill>
          <a:blip r:embed="slide8Image"/>
          <a:stretch>
            <a:fillRect/>
          </a:stretch>
        </p:blipFill>
        <p:spPr>
          <a:xfrm>
            <a:off x="1756097" y="0"/>
            <a:ext cx="5631806" cy="5143500"/>
          </a:xfrm>
          <a:prstGeom prst="rect">
            <a:avLst/>
          </a:prstGeom>
        </p:spPr>
      </p:pic>
      <p:sp>
        <p:nvSpPr>
          <p:cNvPr id="95" name="root.layers.7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8" descr="root.layers.8"/>
          <p:cNvPicPr>
            <a:picLocks noChangeAspect="1"/>
          </p:cNvPicPr>
          <p:nvPr/>
        </p:nvPicPr>
        <p:blipFill>
          <a:blip r:embed="slide9Image"/>
          <a:stretch>
            <a:fillRect/>
          </a:stretch>
        </p:blipFill>
        <p:spPr>
          <a:xfrm>
            <a:off x="0" y="796627"/>
            <a:ext cx="9144000" cy="3550245"/>
          </a:xfrm>
          <a:prstGeom prst="rect">
            <a:avLst/>
          </a:prstGeom>
        </p:spPr>
      </p:pic>
      <p:sp>
        <p:nvSpPr>
          <p:cNvPr id="95" name="root.layers.8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9" descr="root.layers.9"/>
          <p:cNvPicPr>
            <a:picLocks noChangeAspect="1"/>
          </p:cNvPicPr>
          <p:nvPr/>
        </p:nvPicPr>
        <p:blipFill>
          <a:blip r:embed="slide10Image"/>
          <a:stretch>
            <a:fillRect/>
          </a:stretch>
        </p:blipFill>
        <p:spPr>
          <a:xfrm>
            <a:off x="0" y="735499"/>
            <a:ext cx="9144000" cy="3672502"/>
          </a:xfrm>
          <a:prstGeom prst="rect">
            <a:avLst/>
          </a:prstGeom>
        </p:spPr>
      </p:pic>
      <p:sp>
        <p:nvSpPr>
          <p:cNvPr id="95" name="root.layers.9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10" descr="root.layers.10"/>
          <p:cNvPicPr>
            <a:picLocks noChangeAspect="1"/>
          </p:cNvPicPr>
          <p:nvPr/>
        </p:nvPicPr>
        <p:blipFill>
          <a:blip r:embed="slide11Image"/>
          <a:stretch>
            <a:fillRect/>
          </a:stretch>
        </p:blipFill>
        <p:spPr>
          <a:xfrm>
            <a:off x="0" y="300127"/>
            <a:ext cx="9144000" cy="4543245"/>
          </a:xfrm>
          <a:prstGeom prst="rect">
            <a:avLst/>
          </a:prstGeom>
        </p:spPr>
      </p:pic>
      <p:sp>
        <p:nvSpPr>
          <p:cNvPr id="95" name="root.layers.10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11" descr="root.layers.11"/>
          <p:cNvPicPr>
            <a:picLocks noChangeAspect="1"/>
          </p:cNvPicPr>
          <p:nvPr/>
        </p:nvPicPr>
        <p:blipFill>
          <a:blip r:embed="slide12Image"/>
          <a:stretch>
            <a:fillRect/>
          </a:stretch>
        </p:blipFill>
        <p:spPr>
          <a:xfrm>
            <a:off x="0" y="736133"/>
            <a:ext cx="9144000" cy="3671233"/>
          </a:xfrm>
          <a:prstGeom prst="rect">
            <a:avLst/>
          </a:prstGeom>
        </p:spPr>
      </p:pic>
      <p:sp>
        <p:nvSpPr>
          <p:cNvPr id="95" name="root.layers.11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ot.layers.12" descr="root.layers.12"/>
          <p:cNvPicPr>
            <a:picLocks noChangeAspect="1"/>
          </p:cNvPicPr>
          <p:nvPr/>
        </p:nvPicPr>
        <p:blipFill>
          <a:blip r:embed="slide13Image"/>
          <a:stretch>
            <a:fillRect/>
          </a:stretch>
        </p:blipFill>
        <p:spPr>
          <a:xfrm>
            <a:off x="0" y="587163"/>
            <a:ext cx="9144000" cy="3969173"/>
          </a:xfrm>
          <a:prstGeom prst="rect">
            <a:avLst/>
          </a:prstGeom>
        </p:spPr>
      </p:pic>
      <p:sp>
        <p:nvSpPr>
          <p:cNvPr id="95" name="root.layers.12"/>
          <p:cNvSpPr txBox="1"/>
          <p:nvPr/>
        </p:nvSpPr>
        <p:spPr>
          <a:xfrm>
            <a:off x="4001" y="6239"/>
            <a:ext cx="9135998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>
              <a:defRPr sz="2400"/>
            </a:lvl1pPr>
          </a:lstStyle>
          <a:p>
            <a:r>
              <a:rPr b="1"/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D2</Application>
  <PresentationFormat>On-screen Show (16:9)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root</vt:lpstr>
      <vt:lpstr>root.layers.1</vt:lpstr>
      <vt:lpstr>root.layers.2</vt:lpstr>
      <vt:lpstr>root.layers.3</vt:lpstr>
      <vt:lpstr>root.layers.4</vt:lpstr>
      <vt:lpstr>root.layers.5</vt:lpstr>
      <vt:lpstr>root.layers.6</vt:lpstr>
      <vt:lpstr>root.layers.7</vt:lpstr>
      <vt:lpstr>root.layers.8</vt:lpstr>
      <vt:lpstr>root.layers.9</vt:lpstr>
      <vt:lpstr>root.layers.10</vt:lpstr>
      <vt:lpstr>root.layers.11</vt:lpstr>
      <vt:lpstr>root.layers.12</vt:lpstr>
    </vt:vector>
  </TitlesOfParts>
  <LinksUpToDate>false</LinksUpToDate>
  <SharedDoc>false</SharedDoc>
  <HyperlinkBase/>
  <HyperlinksChanged>false</HyperlinksChanged>
  <AppVersion>0.7.1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presentation</dc:subject>
  <dc:creator>DND\richa</dc:creator>
  <cp:keywords/>
  <dc:description>Presentation generated with D2 - https://d2lang.com</dc:description>
  <cp:lastModifiedBy>DND\richa</cp:lastModifiedBy>
  <cp:revision>1</cp:revision>
  <dcterms:created xsi:type="dcterms:W3CDTF"/>
  <dcterms:modified xsi:type="dcterms:W3CDTF"/>
  <cp:category/>
</cp:coreProperties>
</file>