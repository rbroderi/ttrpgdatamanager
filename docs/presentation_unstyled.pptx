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slide1"/>
    <p:sldId id="257" r:id="slide2"/>
    <p:sldId id="258" r:id="slide3"/>
    <p:sldId id="259" r:id="slide4"/>
    <p:sldId id="260" r:id="slide5"/>
    <p:sldId id="261" r:id="slide6"/>
    <p:sldId id="262" r:id="slide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470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<Relationship Id="rId3"
    Type="http://schemas.openxmlformats.org/officeDocument/2006/relationships/presProps"
    Target="presProps.xml" />
<Relationship Id="rId4"
    Type="http://schemas.openxmlformats.org/officeDocument/2006/relationships/viewProps"
    Target="viewProps.xml" />
<Relationship Id="rId5"
    Type="http://schemas.openxmlformats.org/officeDocument/2006/relationships/theme"
    Target="theme/theme1.xml" />
<Relationship Id="rId6"
    Type="http://schemas.openxmlformats.org/officeDocument/2006/relationships/tableStyles"
    Target="tableStyles.xml" />
<Relationship Id="rId1"
    Type="http://schemas.openxmlformats.org/officeDocument/2006/relationships/slideMaster"
    Target="slideMasters/slideMaster1.xml" />
    
    <Relationship Id="slide1" Type="http://schemas.openxmlformats.org/officeDocument/2006/relationships/slide" Target="slides/slide1.xml" />
    
    <Relationship Id="slide2" Type="http://schemas.openxmlformats.org/officeDocument/2006/relationships/slide" Target="slides/slide2.xml" />
    
    <Relationship Id="slide3" Type="http://schemas.openxmlformats.org/officeDocument/2006/relationships/slide" Target="slides/slide3.xml" />
    
    <Relationship Id="slide4" Type="http://schemas.openxmlformats.org/officeDocument/2006/relationships/slide" Target="slides/slide4.xml" />
    
    <Relationship Id="slide5" Type="http://schemas.openxmlformats.org/officeDocument/2006/relationships/slide" Target="slides/slide5.xml" />
    
    <Relationship Id="slide6" Type="http://schemas.openxmlformats.org/officeDocument/2006/relationships/slide" Target="slides/slide6.xml" />
    
    <Relationship Id="slide7" Type="http://schemas.openxmlformats.org/officeDocument/2006/relationships/slide" Target="slides/slide7.xml" />
  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1Image"
        Type="http://schemas.openxmlformats.org/officeDocument/2006/relationships/image"
        Target="../media/slide1Image.png" />
    
    
    <Relationship Id="navLink0" Type="http://schemas.openxmlformats.org/officeDocument/2006/relationships/slide" Target="slide1.xml" />
    
    
</Relationships>

</file>

<file path=ppt/slides/_rels/slide2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2Image"
        Type="http://schemas.openxmlformats.org/officeDocument/2006/relationships/image"
        Target="../media/slide2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2.xml" />
    
    
</Relationships>

</file>

<file path=ppt/slides/_rels/slide3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3Image"
        Type="http://schemas.openxmlformats.org/officeDocument/2006/relationships/image"
        Target="../media/slide3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3.xml" />
    
    
</Relationships>

</file>

<file path=ppt/slides/_rels/slide4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4Image"
        Type="http://schemas.openxmlformats.org/officeDocument/2006/relationships/image"
        Target="../media/slide4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4.xml" />
    
    
</Relationships>

</file>

<file path=ppt/slides/_rels/slide5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5Image"
        Type="http://schemas.openxmlformats.org/officeDocument/2006/relationships/image"
        Target="../media/slide5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5.xml" />
    
    
</Relationships>

</file>

<file path=ppt/slides/_rels/slide6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6Image"
        Type="http://schemas.openxmlformats.org/officeDocument/2006/relationships/image"
        Target="../media/slide6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6.xml" />
    
    
</Relationships>

</file>

<file path=ppt/slides/_rels/slide7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7Image"
        Type="http://schemas.openxmlformats.org/officeDocument/2006/relationships/image"
        Target="../media/slide7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7.xml" />
    
    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" descr="root"/>
          <p:cNvPicPr>
            <a:picLocks noChangeAspect="1"/>
          </p:cNvPicPr>
          <p:nvPr/>
        </p:nvPicPr>
        <p:blipFill>
          <a:blip r:embed="slide1Image"/>
          <a:stretch>
            <a:fillRect/>
          </a:stretch>
        </p:blipFill>
        <p:spPr>
          <a:xfrm>
            <a:off x="0" y="274577"/>
            <a:ext cx="9144000" cy="4594346"/>
          </a:xfrm>
          <a:prstGeom prst="rect">
            <a:avLst/>
          </a:prstGeom>
        </p:spPr>
      </p:pic>
      <p:sp>
        <p:nvSpPr>
          <p:cNvPr id="95" name="root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1" descr="root.layers.1"/>
          <p:cNvPicPr>
            <a:picLocks noChangeAspect="1"/>
          </p:cNvPicPr>
          <p:nvPr/>
        </p:nvPicPr>
        <p:blipFill>
          <a:blip r:embed="slide2Image"/>
          <a:stretch>
            <a:fillRect/>
          </a:stretch>
        </p:blipFill>
        <p:spPr>
          <a:xfrm>
            <a:off x="0" y="75449"/>
            <a:ext cx="9144000" cy="4992602"/>
          </a:xfrm>
          <a:prstGeom prst="rect">
            <a:avLst/>
          </a:prstGeom>
        </p:spPr>
      </p:pic>
      <p:sp>
        <p:nvSpPr>
          <p:cNvPr id="95" name="root.layers.1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2" descr="root.layers.2"/>
          <p:cNvPicPr>
            <a:picLocks noChangeAspect="1"/>
          </p:cNvPicPr>
          <p:nvPr/>
        </p:nvPicPr>
        <p:blipFill>
          <a:blip r:embed="slide3Image"/>
          <a:stretch>
            <a:fillRect/>
          </a:stretch>
        </p:blipFill>
        <p:spPr>
          <a:xfrm>
            <a:off x="0" y="1059782"/>
            <a:ext cx="9144000" cy="3023936"/>
          </a:xfrm>
          <a:prstGeom prst="rect">
            <a:avLst/>
          </a:prstGeom>
        </p:spPr>
      </p:pic>
      <p:sp>
        <p:nvSpPr>
          <p:cNvPr id="95" name="root.layers.2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3" descr="root.layers.3"/>
          <p:cNvPicPr>
            <a:picLocks noChangeAspect="1"/>
          </p:cNvPicPr>
          <p:nvPr/>
        </p:nvPicPr>
        <p:blipFill>
          <a:blip r:embed="slide4Image"/>
          <a:stretch>
            <a:fillRect/>
          </a:stretch>
        </p:blipFill>
        <p:spPr>
          <a:xfrm>
            <a:off x="0" y="796627"/>
            <a:ext cx="9144000" cy="3550245"/>
          </a:xfrm>
          <a:prstGeom prst="rect">
            <a:avLst/>
          </a:prstGeom>
        </p:spPr>
      </p:pic>
      <p:sp>
        <p:nvSpPr>
          <p:cNvPr id="95" name="root.layers.3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4" descr="root.layers.4"/>
          <p:cNvPicPr>
            <a:picLocks noChangeAspect="1"/>
          </p:cNvPicPr>
          <p:nvPr/>
        </p:nvPicPr>
        <p:blipFill>
          <a:blip r:embed="slide5Image"/>
          <a:stretch>
            <a:fillRect/>
          </a:stretch>
        </p:blipFill>
        <p:spPr>
          <a:xfrm>
            <a:off x="0" y="769024"/>
            <a:ext cx="9144000" cy="3605451"/>
          </a:xfrm>
          <a:prstGeom prst="rect">
            <a:avLst/>
          </a:prstGeom>
        </p:spPr>
      </p:pic>
      <p:sp>
        <p:nvSpPr>
          <p:cNvPr id="95" name="root.layers.4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5" descr="root.layers.5"/>
          <p:cNvPicPr>
            <a:picLocks noChangeAspect="1"/>
          </p:cNvPicPr>
          <p:nvPr/>
        </p:nvPicPr>
        <p:blipFill>
          <a:blip r:embed="slide6Image"/>
          <a:stretch>
            <a:fillRect/>
          </a:stretch>
        </p:blipFill>
        <p:spPr>
          <a:xfrm>
            <a:off x="0" y="936414"/>
            <a:ext cx="9144000" cy="3270671"/>
          </a:xfrm>
          <a:prstGeom prst="rect">
            <a:avLst/>
          </a:prstGeom>
        </p:spPr>
      </p:pic>
      <p:sp>
        <p:nvSpPr>
          <p:cNvPr id="95" name="root.layers.5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6" descr="root.layers.6"/>
          <p:cNvPicPr>
            <a:picLocks noChangeAspect="1"/>
          </p:cNvPicPr>
          <p:nvPr/>
        </p:nvPicPr>
        <p:blipFill>
          <a:blip r:embed="slide7Image"/>
          <a:stretch>
            <a:fillRect/>
          </a:stretch>
        </p:blipFill>
        <p:spPr>
          <a:xfrm>
            <a:off x="0" y="842920"/>
            <a:ext cx="9144000" cy="3457660"/>
          </a:xfrm>
          <a:prstGeom prst="rect">
            <a:avLst/>
          </a:prstGeom>
        </p:spPr>
      </p:pic>
      <p:sp>
        <p:nvSpPr>
          <p:cNvPr id="95" name="root.layers.6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D2</Application>
  <PresentationFormat>On-screen Show (16:9)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root</vt:lpstr>
      <vt:lpstr>root.layers.1</vt:lpstr>
      <vt:lpstr>root.layers.2</vt:lpstr>
      <vt:lpstr>root.layers.3</vt:lpstr>
      <vt:lpstr>root.layers.4</vt:lpstr>
      <vt:lpstr>root.layers.5</vt:lpstr>
      <vt:lpstr>root.layers.6</vt:lpstr>
    </vt:vector>
  </TitlesOfParts>
  <LinksUpToDate>false</LinksUpToDate>
  <SharedDoc>false</SharedDoc>
  <HyperlinkBase/>
  <HyperlinksChanged>false</HyperlinksChanged>
  <AppVersion>0.7.1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presentation</dc:subject>
  <dc:creator>DND\richa</dc:creator>
  <cp:keywords/>
  <dc:description>Presentation generated with D2 - https://d2lang.com</dc:description>
  <cp:lastModifiedBy>DND\richa</cp:lastModifiedBy>
  <cp:revision>1</cp:revision>
  <dcterms:created xsi:type="dcterms:W3CDTF"/>
  <dcterms:modified xsi:type="dcterms:W3CDTF"/>
  <cp:category/>
</cp:coreProperties>
</file>